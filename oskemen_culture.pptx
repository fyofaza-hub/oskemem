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1. Титульный слайд</a:t>
            </a:r>
          </a:p>
          <a:p>
            <a:r>
              <a:t>Oskemen Culture. Открой свой город. Поделись своим миром. Социальная платформа городских рекомендаций, мест, событий и маршрутов.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2. Формализация бизнес-идеи</a:t>
            </a:r>
          </a:p>
          <a:p>
            <a:r>
              <a:t>Город как пространство впечатлений: социальная лента, городской гид и конструктор маршрутов работают как единый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3. Описание проблем</a:t>
            </a:r>
          </a:p>
          <a:p>
            <a:r>
              <a:t>Информация разбросана, а список событий не превращается в план. Без статистики и предположений о размере рынка.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4. Решение проблемы</a:t>
            </a:r>
          </a:p>
          <a:p>
            <a:r>
              <a:t>Три инструмента — лента, гид и маршруты — связаны общей основой: интересы, сохранения, городская карта.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5. Бизнес-модель и монетизация</a:t>
            </a:r>
          </a:p>
          <a:p>
            <a:r>
              <a:t>Гипотеза монетизации: бесплатная польза для города, затем платные инструменты для бизнеса. Тарифы и выручка не зафиксированы.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6. Продукт: концепт интерфейса</a:t>
            </a:r>
          </a:p>
          <a:p>
            <a:r>
              <a:t>Визуальный концепт интерфейса. Названия, события и расстояния — демонстрационные, приложение ещё не запущено.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7. Пользовательский сценарий</a:t>
            </a:r>
          </a:p>
          <a:p>
            <a:r>
              <a:t>Один вечер, пять шагов: от вопроса «Куда сходить?» до готового плана, которым можно поделиться.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8. Преимущества и план запуска</a:t>
            </a:r>
          </a:p>
          <a:p>
            <a:r>
              <a:t>Четыре преимущества и четыре этапа пилота. Планируемые результаты не представлены как достигнутые.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9. Контакты и партнёрство</a:t>
            </a:r>
          </a:p>
          <a:p>
            <a:r>
              <a:t>Контакты: kirillegosin802@gmail.com, Telegram @ksavyvxx. Ищем партнёров для пилота, локальных авторов, заведения и обратную связь.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Титульный слайд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Формализация бизнес-идеи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Описание проблем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Решение проблемы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Бизнес-модель и монетизация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родукт: концепт интерфейса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ользовательский сценарий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Преимущества и план запуска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Контакты и партнёрство — Oskemen Cul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Oskemen Culture — презентация</dc:title>
  <dc:subject>Idea Battle / Oskemen Hub</dc:subject>
  <dc:creator>Oskemen Culture</dc:creator>
  <cp:keywords>Oskemen Culture, Oskemen Hub, Idea Battle</cp:keywords>
  <dc:description>Каждый слайд — изображение 3200×1800, снятое с HTML-версии. Текст не редактируется.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